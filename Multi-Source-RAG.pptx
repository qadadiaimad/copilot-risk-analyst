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065A82">
              <a:alpha val="6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· ARCHITECTURE GUIDE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databases, documents and live APIs to a Sonnet 4.5 chatbot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060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00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source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37560" y="3017520"/>
            <a:ext cx="26060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2004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11480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context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126480" y="3017520"/>
            <a:ext cx="260604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2004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90372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Sonnet 4.5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5508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an enterprise work assistant  ·  Generator: Claude Sonnet 4.5 (via Playwright API)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knowledge lives in many places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5204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refund policy for premium accounts, and how many of those did we close last quarter?”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it requires: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PDF (unstructured)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accounts database (SQL)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metrics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answer with citations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knowledge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67335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76479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492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4924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Word, wikis, contracts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304288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242316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51460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492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orders, finance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63440" y="3054096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73168" y="31729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492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3492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status, metrics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63440" y="3803904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73168" y="3922776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01421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924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34924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CSVs, reports, exports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Retrieval-Augmented Generation?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look things up first, then let the LLM write the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" y="160020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600200"/>
            <a:ext cx="18745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3292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something in natural language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261518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15184" y="160020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15184" y="1600200"/>
            <a:ext cx="18745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32404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1965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15184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615184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752344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relevant chunks from your sources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615184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654296" y="160020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54296" y="1600200"/>
            <a:ext cx="18745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271516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19659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54296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654296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791456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retrieved text into the prompt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2615184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693408" y="160020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693408" y="1600200"/>
            <a:ext cx="18745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310628" y="1828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788" y="196596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93408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6693408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830568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produces an answer grounded in context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8580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retrieve at all?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know your private data, and they hallucinate when they guess. Retrieval grounds the answer in real, citeable sources.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1720" y="1097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0" y="1097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46520" y="1097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6916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76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4630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/ Docs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16916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08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17627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89504"/>
            <a:ext cx="16916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540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8895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602736"/>
            <a:ext cx="16916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673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60273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331720" y="1463040"/>
            <a:ext cx="187452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46888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69164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97180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971800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embeddings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24688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unstructured text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2331720" y="2926080"/>
            <a:ext cx="187452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468880" y="3063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1546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7180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2971800" y="3364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/ API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246888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structured data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389120" y="1463040"/>
            <a:ext cx="1874520" cy="2788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526280" y="16276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1719072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29200" y="16642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452628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which sources matter for this question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4526280" y="2788920"/>
            <a:ext cx="1600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dash"/>
          </a:ln>
        </p:spPr>
      </p:sp>
      <p:sp>
        <p:nvSpPr>
          <p:cNvPr id="38" name="Shape 29"/>
          <p:cNvSpPr/>
          <p:nvPr/>
        </p:nvSpPr>
        <p:spPr>
          <a:xfrm>
            <a:off x="4526280" y="29077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2999232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02920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fetch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452628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each chosen source, ranks results, trims to budget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446520" y="1463040"/>
            <a:ext cx="2240280" cy="2788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62940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128" y="1801368"/>
            <a:ext cx="329184" cy="32918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26948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250" dirty="0"/>
          </a:p>
        </p:txBody>
      </p:sp>
      <p:sp>
        <p:nvSpPr>
          <p:cNvPr id="46" name="Text 35"/>
          <p:cNvSpPr/>
          <p:nvPr/>
        </p:nvSpPr>
        <p:spPr>
          <a:xfrm>
            <a:off x="726948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Playwright API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6583680" y="23774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 window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assembled prompt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cited answer</a:t>
            </a:r>
            <a:endParaRPr lang="en-US" sz="105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7128" y="2743200"/>
            <a:ext cx="164592" cy="164592"/>
          </a:xfrm>
          <a:prstGeom prst="rect">
            <a:avLst/>
          </a:prstGeom>
        </p:spPr>
      </p:pic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2743200"/>
            <a:ext cx="164592" cy="164592"/>
          </a:xfrm>
          <a:prstGeom prst="rect">
            <a:avLst/>
          </a:prstGeom>
        </p:spPr>
      </p:pic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1928" y="2743200"/>
            <a:ext cx="164592" cy="164592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Text 3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· UNSTRUCTURED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documents into searchable chunks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0100" y="1188720"/>
            <a:ext cx="1783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1371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4721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7340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82980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wiki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1769364"/>
            <a:ext cx="137160" cy="137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20340" y="1188720"/>
            <a:ext cx="1783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903220" y="1371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147218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97580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903220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500-1500 tokens,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overlap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1769364"/>
            <a:ext cx="137160" cy="1371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0580" y="1188720"/>
            <a:ext cx="1783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823460" y="1371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1472184"/>
            <a:ext cx="301752" cy="3017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7820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823460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vector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1769364"/>
            <a:ext cx="137160" cy="1371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560820" y="1188720"/>
            <a:ext cx="1783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743700" y="1371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284" y="1472184"/>
            <a:ext cx="301752" cy="3017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38060" y="1389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743700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 that decide quality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457200" y="306324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57200" y="3063240"/>
            <a:ext cx="73152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658368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58368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→ no context. Too large → noisy retrieval. Start ~800 tokens, 100-token overlap.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617720" y="306324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617720" y="3063240"/>
            <a:ext cx="73152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4818888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boundaries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818888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headings, paragraphs, code blocks. Use RecursiveCharacterTextSplitter or semantic.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57200" y="393192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58368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58368" y="4279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is a strong default. Local: bge-large for private data.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617720" y="3931920"/>
            <a:ext cx="4023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617720" y="3931920"/>
            <a:ext cx="73152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818888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4818888" y="4279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source, page, section, date. Required for citations and permission filters.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·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APIs need different treatment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624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embed every row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5M-row customers table as text chunks is expensive, slow to refresh, and gives stale answers. Embeddings are great for prose; they are wrong for live tabular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371600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2801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3624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live, on demand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0060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SQL from the question, run it against the source, feed the result rows back as context. Always fresh, no re-indexing, exact answers for exact questions.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 for structured retrieval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017520"/>
            <a:ext cx="40233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34290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LLM sees schema + question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Generates a SELECT statement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 (read-only, limits)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Execute, return rows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ad-hoc lookups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301752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63440" y="3017520"/>
            <a:ext cx="40233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0060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tools (function calling)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46320" y="34290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Declare typed tools (get_balance...)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picks tool + arguments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code calls the real API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 feeds the answer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live, transactional data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which sources answer which questions?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4340" y="114300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143000"/>
            <a:ext cx="26974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216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7220" y="1399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sources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7220" y="2075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starting 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" y="24688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7220" y="2651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routing logic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 absorbs noise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ship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" y="3474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retrieval budget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dilute answer quality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3260" y="114300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3260" y="1143000"/>
            <a:ext cx="2697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140" y="1216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06140" y="1399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6140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6140" y="2075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distinct domains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6140" y="24688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6140" y="2651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one-shot classify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context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6140" y="3474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614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LLM hop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Misclassifies on edge cases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12180" y="1143000"/>
            <a:ext cx="2697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2180" y="1143000"/>
            <a:ext cx="26974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5060" y="1216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5060" y="1399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(LangGraph)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95060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5060" y="2075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5060" y="24688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5060" y="2651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self-correct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built 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5060" y="3474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506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debug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90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strategy 1. Move to 2 only when answer quality complains.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prompt for Sonnet 4.5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final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538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36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tone, citation rules, refusal rules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8424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56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39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tagged with source + page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4597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6426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SQL queries, formatted as tables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900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626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results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145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or summarized payloads from live calls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9300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465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6484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rolling history (last 2-3 turns)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02336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9592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actual ask, last for recency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shape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508760"/>
            <a:ext cx="384048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work assistant.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 [Doc] tags.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CONTEXT ===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[Doc: refund-policy.pdf p.3]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accounts may...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DB RESULT ===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1,284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QUESTION ===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the policy?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via the Playwright API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" y="1234440"/>
            <a:ext cx="16459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" y="1399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5041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client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216712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prompt over HTTP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29968" y="1234440"/>
            <a:ext cx="16459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1468" y="1399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5041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29968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shim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216712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49040" y="1234440"/>
            <a:ext cx="16459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20540" y="1399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5041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session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22192" y="216712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into the chatbot UI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68112" y="1234440"/>
            <a:ext cx="164592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039612" y="1399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50418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541264" y="216712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answer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187184" y="1234440"/>
            <a:ext cx="16459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58684" y="13990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50418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87184" y="1947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&amp; return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260336" y="216712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→ JSON response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2697480"/>
            <a:ext cx="402336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94360" y="27889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287121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430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must handle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94360" y="32461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reset per request (no history bleed)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persistence via storage_state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streaming response to complete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page pool or request queue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reset endpoints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63440" y="2697480"/>
            <a:ext cx="4023360" cy="201168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800600" y="2788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2871216"/>
            <a:ext cx="246888" cy="2468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492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4800600" y="32461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10-30s per call vs ~1s on direct API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selectors break when the UI changes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detection, CAPTCHAs, rate limits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service: confirm scraping is allowed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Anthropic API is faster and more stable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CONCERNS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demo from a real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4340" y="11430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143000"/>
            <a:ext cx="9144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" y="13716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7675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3020" y="1399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references source + page. Non-negotiable for trust.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3260" y="11430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3260" y="1143000"/>
            <a:ext cx="9144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1371600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47675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1940" y="1399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9758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 retrieval by user role. Never rely on prompt-level rules.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12180" y="11430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12180" y="1143000"/>
            <a:ext cx="91440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86500" y="13716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47675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80860" y="1399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865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Re-index static docs nightly. Query live for fast-changing data.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4340" y="28346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4340" y="2834640"/>
            <a:ext cx="9144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8660" y="30632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16839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03020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866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vector + BM25 keyword. Add a reranker for top-k.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23260" y="28346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23260" y="2834640"/>
            <a:ext cx="91440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97580" y="30632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16839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91940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49758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real questions, known answers. Run on every change.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12180" y="28346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12180" y="2834640"/>
            <a:ext cx="9144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86500" y="3063240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16839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80860" y="3090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28650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rolling history per turn. Don't fight the chatbot's own.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7-step roadmap that won't get stuck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1234440"/>
            <a:ext cx="0" cy="338328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18872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161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PDFs. End-to-end loop is more important than coverage.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169164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6642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retrieval working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901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split → embed → store → search. Inspect chunks by hand.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" y="219456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1671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generator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404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Playwright API with assembled prompt. Verify citations.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670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9077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database. Build text-to-SQL or pre-canned queries.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" y="320040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3172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410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real user questions, known answers. Score after every change.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" y="370332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6758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913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Gradio, or ASP.NET. Ship internally for real feedback.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" y="420624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178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quality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4165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hybrid search, reranker, permissions — only when needed.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 ·  Architecture &amp; Build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9776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retrieval to data shape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prose. Query structured. Call APIs live. Don't mix patterns.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or it doesn't 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a source. Users must be able to verify.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9776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before you optimize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test set, you'll tweak forever and never know if you helped.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39776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then expand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one question type, end-to-end. Coverage comes after quality.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Multi-Source RAG with a Sonnet 4.5 Generator</dc:title>
  <dc:subject>PptxGenJS Presentation</dc:subject>
  <dc:creator>Architecture</dc:creator>
  <cp:lastModifiedBy>Architecture</cp:lastModifiedBy>
  <cp:revision>1</cp:revision>
  <dcterms:created xsi:type="dcterms:W3CDTF">2026-05-27T20:32:49Z</dcterms:created>
  <dcterms:modified xsi:type="dcterms:W3CDTF">2026-05-27T20:32:49Z</dcterms:modified>
</cp:coreProperties>
</file>