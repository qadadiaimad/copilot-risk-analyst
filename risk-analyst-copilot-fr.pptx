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E6B4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291840"/>
            <a:ext cx="2377440" cy="2377440"/>
          </a:xfrm>
          <a:prstGeom prst="ellipse">
            <a:avLst/>
          </a:prstGeom>
          <a:solidFill>
            <a:srgbClr val="C49A3A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AGRICOLE CIB   ·   NOTE INTERNE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+ Claude Sonnet 4.6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utile au quotidien du Risk Analyst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097280" cy="0"/>
          </a:xfrm>
          <a:prstGeom prst="line">
            <a:avLst/>
          </a:prstGeom>
          <a:noFill/>
          <a:ln w="31750">
            <a:solidFill>
              <a:srgbClr val="C49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requêtes Oracle au MCP  ·  D'Excel à Python + Prefect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pour l'équipe Risk Analytics de CACIB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 programme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5023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Sonnet 4.6 pour le risque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long, dans l'IDE, produit des actifs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19" y="15023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Oracle vs. service MCP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devinement à l'introspection en direct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42316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5539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réutilisables, prêts à livrer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2743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coûteux est payé une seule fois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42316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19" y="255391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Archéologie Excel / XLL / DLL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0" y="2743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fouille de 3 semaines devient 2 jours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47472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360547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Excel → Python + Prefect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3444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l'humain de la boucle quotidienne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47472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919" y="3605479"/>
            <a:ext cx="332842" cy="33284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parades, recommandation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8640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déploiement sûr en environnement régulé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COMPTE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L'idée centrale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" cy="3017520"/>
          </a:xfrm>
          <a:prstGeom prst="rect">
            <a:avLst/>
          </a:prstGeom>
          <a:solidFill>
            <a:srgbClr val="C49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quotidien d'un Risk Analyst, ce n'est presque jamais un seul gros modèle.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C'est des centaines de petites frictions : une requête Oracle réécrite pour la cinquième fois, un classeur Excel de 2014 que plus personne ne comprend vraiment, un rapprochement manuel chaque matin.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friction est minime. L'agrégat est énorme.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2926080" cy="3017520"/>
          </a:xfrm>
          <a:prstGeom prst="rect">
            <a:avLst/>
          </a:prstGeom>
          <a:solidFill>
            <a:srgbClr val="E6F0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1280160"/>
            <a:ext cx="54864" cy="301752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46304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156362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79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clé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2057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valeur, ce n'est pas que Claude code plus vite.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9320" y="269748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valeur, c'est que Claude lit, explique et standardise les artefacts hérités — pour en faire des actifs portables que des modèles plus légers, ou un usage manuel à coût nul, peuvent exécuter ensuite.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L'ARGUMENT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Sonnet 4.6 colle au métier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0175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786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long, peu d'hallucination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la cohérence sur des packages PL/SQL de 4 000 lignes, des classeurs multi-feuilles, des méthodologies de 60 pages — sans perdre le fil.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51760" cy="30175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8" y="178673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Intégré dans l'IDE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amène le modèle dans Visual Studio / VS Code. Plus de copier-coller. Le modèle voit le fichier ouvert, le projet, les tests.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280160"/>
            <a:ext cx="2651760" cy="30175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1786738"/>
            <a:ext cx="358445" cy="35844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Produit des actifs, pas des réponses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508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échange se termine par un fichier commité — vue SQL validée, module Python, flow Prefect — réutilisable par l'équipe et les modèles plus légers.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SQL Developer vs. MCP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Copier-coller classique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89320" y="1188720"/>
            <a:ext cx="2697480" cy="45720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MCP SQL Dev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 du schéma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— coller le DDL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Introspection en direct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sur la requête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Lancer, copier l'erreur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d'auto-correction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sur les données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devine les types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 les types et un échantillon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200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dans un chat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200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SQL versionnés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des données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703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collées dans le prompt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3703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Maîtrisée — juste le nécessaire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l'introspection MCP change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l'analyste :  Top 20 contreparties par exposition au dernier jour ouvré, par famille de produit, avec un contrôle sur les expositions négatives.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3192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Sans MCP (schéma deviné)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93192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cpty_name, product_family,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(exposure)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business_date =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(SYSDATE) - 1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cpty_name, product_family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FIRST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ONLY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Nom de colonne faux ? Logique de date qui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ignore les week-ends. Pas de NULL, pas de neg.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3931920" cy="36576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Avec MCP (schéma introspecté)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148840"/>
            <a:ext cx="393192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402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last_bd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(business_date)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c.cpty_legal_name, p.product_family,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NVL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(rp.exposure_amt, 0)) 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) neg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 rp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counterparty_ref c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Vraies colonnes. Vraie logique de dernier JO. Testée.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SE CUMULE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L'effet de levier : des actifs prêts à livrer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Payé une fois.  Réutilisé pour toujours.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0" cy="640080"/>
          </a:xfrm>
          <a:prstGeom prst="rect">
            <a:avLst/>
          </a:prstGeom>
          <a:solidFill>
            <a:srgbClr val="0E3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 ·  investissement unique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produit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4023360" cy="64008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SQL validées + modules Python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consommés par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234440" cy="777240"/>
          </a:xfrm>
          <a:prstGeom prst="rect">
            <a:avLst/>
          </a:prstGeom>
          <a:solidFill>
            <a:srgbClr val="F4F6F4"/>
          </a:solidFill>
          <a:ln w="9525">
            <a:solidFill>
              <a:srgbClr val="0E6B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2688" y="395020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05079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4370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920240" y="3886200"/>
            <a:ext cx="1234440" cy="777240"/>
          </a:xfrm>
          <a:prstGeom prst="rect">
            <a:avLst/>
          </a:prstGeom>
          <a:solidFill>
            <a:srgbClr val="F4F6F4"/>
          </a:solidFill>
          <a:ln w="9525">
            <a:solidFill>
              <a:srgbClr val="0E6B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304288" y="395020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405079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4370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légers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91840" y="3886200"/>
            <a:ext cx="1234440" cy="777240"/>
          </a:xfrm>
          <a:prstGeom prst="rect">
            <a:avLst/>
          </a:prstGeom>
          <a:solidFill>
            <a:srgbClr val="F4F6F4"/>
          </a:solidFill>
          <a:ln w="9525">
            <a:solidFill>
              <a:srgbClr val="0E6B4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675888" y="395020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472" y="405079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291840" y="4370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Prefect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shared-scripts/sql/views/v_exposure_last_bd.sql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937760" y="1554480"/>
            <a:ext cx="3749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029200" y="16459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Vue canonique, revue,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consommée par tous les outils en aval.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v_exposure_last_bd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last_bd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(business_date)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rp.cpty_id, rp.product_id,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NVL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(rp.exposure_amt, 0) exposure_amt,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NVL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(rp.exposure_ccy,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'EUR'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ccy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 rp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last_bd 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d.bd = rp.business_date;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ARCHÉOLOGIE DE L'EXISTANT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Lire Excel, XLLs et DLLs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risque a LE classeur. Celui qui appelle une XLL écrite par quelqu'un parti en 2017. Sonnet 4.6 transforme la fouille en visite guidée.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21376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.xlsx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des feuilles, plages nommées, graphe des dépendances de formules, feuilles cachées, liens externes.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842" y="221376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.xlsm (VBA)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9748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Parcourt chaque Sub/Function, signale les Application.Run croisés, documente les effets de bord Workbook_Open.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962" y="221376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.xll add-ins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0060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symboles exportés, infère les signatures des UDF et les formules qui en dépendent.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6656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6656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4944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082" y="221376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.dll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0372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exports / PDB / IL décompilé (.NET), cartographie l'API externe utilisée par le classeur.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EF3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3977640"/>
            <a:ext cx="54864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6" y="4205326"/>
            <a:ext cx="230429" cy="23042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garde honnête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143000" y="4297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DLL native sans symboles reste une vraie limite. Valeur réaliste : 3 semaines de fouille deviennent 2 jours guidés.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MANUEL À L'ORCHESTRÉ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Excel → Python + Prefect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15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15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115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81" y="19495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Inventorier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86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Feuilles, formules,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macros, sources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18588" y="21945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6289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89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89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2689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681" y="19495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289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Spécifier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660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en clair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 par le métier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475988" y="21945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6863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263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263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3263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81" y="1949501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863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8234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tests unitaires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533388" y="21945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67437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3837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3837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73837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481" y="194950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437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Orchestrer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8808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Prefect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planification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400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4008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min</a:t>
            </a:r>
            <a:endParaRPr lang="en-US" sz="2800" dirty="0"/>
          </a:p>
        </p:txBody>
      </p:sp>
      <p:sp>
        <p:nvSpPr>
          <p:cNvPr id="38" name="Text 32"/>
          <p:cNvSpPr/>
          <p:nvPr/>
        </p:nvSpPr>
        <p:spPr>
          <a:xfrm>
            <a:off x="228600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matin, manuel, source d'erreurs, dépendance à une personne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solidFill>
            <a:srgbClr val="E6F0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4632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84632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min</a:t>
            </a:r>
            <a:endParaRPr lang="en-US" sz="2800" dirty="0"/>
          </a:p>
        </p:txBody>
      </p:sp>
      <p:sp>
        <p:nvSpPr>
          <p:cNvPr id="42" name="Text 36"/>
          <p:cNvSpPr/>
          <p:nvPr/>
        </p:nvSpPr>
        <p:spPr>
          <a:xfrm>
            <a:off x="649224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planifié, supervisé, sous gestion de versions, extensible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CODE QUI PART EN PROD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concret : pack d'expositions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migrations/daily_exposure_pack/flow.py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prefect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flow, task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prefect.schedules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CronSchedule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.sql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fetch_exposure_last_bd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(retries=2, retry_delay_seconds=120)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pd.DataFrame: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fetch_exposure_last_bd()  </a:t>
            </a:r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utilise la vue v_exposure_last_bd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"daily-exposure-pack"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daily_exposure_pack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   = extract()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pivot = transform(df)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pdf   = render(pivot)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deliver(pdf)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daily_exposure_pack.serve(name=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schedule=CronSchedule(cron=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 7 * * 1-5"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tz=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"Europe/Paris"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MAÎTRISÉ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Risques et parades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910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sortant du périmètre de la banque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34840" y="1463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6320" y="1463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entreprise ; pas de données prod dans des chats ad-hoc ; accès maîtrisé via MCP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682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confiant mais faux sur la méthodologie pointue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34840" y="2240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2240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pour chaque fichier généré ; validation humaine pour shared-scripts/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455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Sur-dépendance au modèle coûteux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434840" y="3017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846320" y="3017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produit les actifs ; modèles plus légers ou usage manuel les consomment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92277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Shadow IT » contournant les contrôles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434840" y="3794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846320" y="3794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flows Prefect passent par la CI / revue standard ; pas de flow sans runbook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Productivité du Risk Analyst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E6B4F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2286000" cy="2286000"/>
          </a:xfrm>
          <a:prstGeom prst="ellipse">
            <a:avLst/>
          </a:prstGeom>
          <a:solidFill>
            <a:srgbClr val="C49A3A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chantiers parallèles pour le T1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Standardisation 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MCP SQL Dev dans un environnement contrôlé. Construire sql/views/ avec les dix patterns risque les plus demandés.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55448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Archéologie de l'existant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926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les trois classeurs critiques. Produire LEGACY-NOTES.md pour chacun. Comprendre avant de migrer.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Première migration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94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un classeur de bout en bout vers Python + Prefect. Mesurer le temps gagné. Servir de modèle pour les dix suivants.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097280" cy="0"/>
          </a:xfrm>
          <a:prstGeom prst="line">
            <a:avLst/>
          </a:prstGeom>
          <a:noFill/>
          <a:ln w="31750">
            <a:solidFill>
              <a:srgbClr val="C49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modèle coûteux est payé une fois.  Le pattern sert l'équipe pour toujours.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+ Claude Sonnet 4.6 pour les Risk Analysts à CACIB</dc:title>
  <dc:subject>PptxGenJS Presentation</dc:subject>
  <dc:creator>Risk Analytics</dc:creator>
  <cp:lastModifiedBy>Risk Analytics</cp:lastModifiedBy>
  <cp:revision>1</cp:revision>
  <dcterms:created xsi:type="dcterms:W3CDTF">2026-05-25T16:04:19Z</dcterms:created>
  <dcterms:modified xsi:type="dcterms:W3CDTF">2026-05-25T16:04:19Z</dcterms:modified>
</cp:coreProperties>
</file>