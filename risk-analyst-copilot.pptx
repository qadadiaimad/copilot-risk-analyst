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E6B4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291840"/>
            <a:ext cx="2377440" cy="2377440"/>
          </a:xfrm>
          <a:prstGeom prst="ellipse">
            <a:avLst/>
          </a:prstGeom>
          <a:solidFill>
            <a:srgbClr val="C49A3A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AGRICOLE CIB   ·   INTERNAL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+ Claude Sonnet 4.6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the risk analyst's daily job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097280" cy="0"/>
          </a:xfrm>
          <a:prstGeom prst="line">
            <a:avLst/>
          </a:prstGeom>
          <a:noFill/>
          <a:ln w="31750">
            <a:solidFill>
              <a:srgbClr val="C49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Oracle queries to MCP  ·  From Excel chaos to Python + Prefect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CACIB Risk Analytics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5023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Sonnet 4.6 fits risk 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context, in-IDE, asset-producing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19" y="15023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vs. MCP SQL Dev service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guessing schemas to live introspection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42316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25539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Reusable, ship-ready assets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2743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model is paid once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42316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19" y="255391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XLL / DLL archaeology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0" y="2743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3-week dig into a 2-day walkthrough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47472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" y="3605479"/>
            <a:ext cx="332842" cy="33284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→ Python + Prefect migration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3444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human from the daily loop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474720"/>
            <a:ext cx="594360" cy="59436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919" y="3605479"/>
            <a:ext cx="332842" cy="33284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mitigations, recommendation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86400" y="3794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rollout for a regulated team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thesis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" cy="3017520"/>
          </a:xfrm>
          <a:prstGeom prst="rect">
            <a:avLst/>
          </a:prstGeom>
          <a:solidFill>
            <a:srgbClr val="C49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analyst's day is rarely about one big model.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about hundreds of small frictions: an Oracle query rewritten for the fifth time, an Excel sheet from 2014 that nobody fully understands, a manual reconciliation every morning.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friction is small. The aggregate is enormous.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2926080" cy="3017520"/>
          </a:xfrm>
          <a:prstGeom prst="rect">
            <a:avLst/>
          </a:prstGeom>
          <a:solidFill>
            <a:srgbClr val="E6F0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1280160"/>
            <a:ext cx="54864" cy="301752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46304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156362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796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8932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not Claude writing code faster.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9320" y="2606040"/>
            <a:ext cx="2606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Claude reading, explaining, and standardising the messy artefacts an analyst inherits — producing portable assets that weaker models, or zero-cost manual runs, can execute downstream.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Claude Sonnet 4.6 fits risk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0175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786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 context, low fabrication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coherence across 4,000-line PL/SQL packages, multi-sheet workbooks, and 60-page methodology docs without losing the thread.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280160"/>
            <a:ext cx="2651760" cy="30175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8" y="178673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Lives inside the IDE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brings the model into Visual Studio / VS Code. No copy-paste loop. The model sees the open file, the project, the tests.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280160"/>
            <a:ext cx="2651760" cy="30175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1786738"/>
            <a:ext cx="358445" cy="35844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Produces assets, not answers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55080" y="29718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interaction ends with a committed file — a vetted SQL view, a Python module, a Prefect flow — that the team and weaker models can reuse.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Oracle SQL Developer vs. MCP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baseline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89320" y="1188720"/>
            <a:ext cx="2697480" cy="45720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8932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SQL Dev service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awareness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paste DDL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6916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introspection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iteration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copy error, retry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1945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self-correct loop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Data-shape grounding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guesses types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6974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real types &amp; samples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200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in a chat window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2004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SQL files in repo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03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703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Pastes rows into prompt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37033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— only what's needed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MCP introspection actually changes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request:  Top 20 counterparties by exposure as of last business day, by product family, with a sanity check on negative exposures.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3192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MCP (guessed schema)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93192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cpty_name, product_family,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(exposure)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business_date =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(SYSDATE) - 1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cpty_name, product_family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FIRST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ONLY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Wrong column name? Date logic ignores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weekends. No NULL guard. No neg check.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3931920" cy="36576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MCP (introspected schema)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148840"/>
            <a:ext cx="393192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24028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last_bd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(business_date)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c.cpty_legal_name, p.product_family,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NVL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(rp.exposure_amt, 0)) 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) neg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 rp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counterparty_ref c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Real columns. Real last-BD logic. Tested.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COMPOUNDS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leverage point: ship-ready assets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once.  Reuse forever.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0" cy="640080"/>
          </a:xfrm>
          <a:prstGeom prst="rect">
            <a:avLst/>
          </a:prstGeom>
          <a:solidFill>
            <a:srgbClr val="0E3A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 ·  one-time investment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produces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4023360" cy="640080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SQL views + Python modules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3566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consumed by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886200"/>
            <a:ext cx="1234440" cy="777240"/>
          </a:xfrm>
          <a:prstGeom prst="rect">
            <a:avLst/>
          </a:prstGeom>
          <a:solidFill>
            <a:srgbClr val="F4F6F4"/>
          </a:solidFill>
          <a:ln w="9525">
            <a:solidFill>
              <a:srgbClr val="0E6B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2688" y="395020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05079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4370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1920240" y="3886200"/>
            <a:ext cx="1234440" cy="777240"/>
          </a:xfrm>
          <a:prstGeom prst="rect">
            <a:avLst/>
          </a:prstGeom>
          <a:solidFill>
            <a:srgbClr val="F4F6F4"/>
          </a:solidFill>
          <a:ln w="9525">
            <a:solidFill>
              <a:srgbClr val="0E6B4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304288" y="395020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405079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4370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models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291840" y="3886200"/>
            <a:ext cx="1234440" cy="777240"/>
          </a:xfrm>
          <a:prstGeom prst="rect">
            <a:avLst/>
          </a:prstGeom>
          <a:solidFill>
            <a:srgbClr val="F4F6F4"/>
          </a:solidFill>
          <a:ln w="9525">
            <a:solidFill>
              <a:srgbClr val="0E6B4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675888" y="395020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472" y="405079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291840" y="43708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flows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shared-scripts/sql/views/v_exposure_last_bd.sql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937760" y="1554480"/>
            <a:ext cx="374904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029200" y="16459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Canonical view, reviewed,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consumed by all downstream tools.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v_exposure_last_bd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last_bd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(business_date)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rp.cpty_id, rp.product_id,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NVL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(rp.exposure_amt, 0) exposure_amt,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NVL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(rp.exposure_ccy, 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'EUR'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ccy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risk_positions rp 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last_bd 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d.bd = rp.business_date;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ARCHAEOLOGY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Excel, XLLs, and DLLs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team has the workbook. The one that calls a custom XLL written by someone who left in 2017. Sonnet 4.6 turns the dig into a guided walkthrough.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221376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.xlsx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inventory, named ranges, formula dependency graph, hidden sheets, external links.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6032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842" y="221376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.xlsm (VBA)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9748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every Sub/Function, flags Application.Run cross-calls, documents Workbook_Open side-effects.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962" y="221376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.xll add-ins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0060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exported symbol list, infers UDF signatures and which workbook formulas depend on them.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66560" y="1874520"/>
            <a:ext cx="1920240" cy="192024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66560" y="1874520"/>
            <a:ext cx="1920240" cy="54864"/>
          </a:xfrm>
          <a:prstGeom prst="rect">
            <a:avLst/>
          </a:prstGeom>
          <a:solidFill>
            <a:srgbClr val="0E6B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949440" y="2103120"/>
            <a:ext cx="502920" cy="50292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082" y="2213762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2148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.dll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03720" y="27432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exports / PDBs / decompiled IL (.NET), maps the external API surface the workbook relies on.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FEF3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3977640"/>
            <a:ext cx="54864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6" y="4205326"/>
            <a:ext cx="230429" cy="23042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1143000" y="42976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native DLLs without symbols are a hard limit. Realistic value: a 3-week dig becomes a 2-day guided walkthrough — not magic.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TO ORCHESTRATED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→ Python + Prefect migration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15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15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115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81" y="19495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86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Sheets, formulas,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macros, sources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18588" y="21945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6289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89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89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2689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681" y="19495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289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660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spec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by business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475988" y="21945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6863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263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263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3263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081" y="1949501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6863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8234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unit tests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533388" y="21945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6743700" y="141732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383780" y="1143000"/>
            <a:ext cx="548640" cy="548640"/>
          </a:xfrm>
          <a:prstGeom prst="ellipse">
            <a:avLst/>
          </a:prstGeom>
          <a:solidFill>
            <a:srgbClr val="0E3A2C"/>
          </a:solidFill>
          <a:ln w="19050">
            <a:solidFill>
              <a:srgbClr val="C49A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3837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7383780" y="1828800"/>
            <a:ext cx="548640" cy="548640"/>
          </a:xfrm>
          <a:prstGeom prst="ellipse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481" y="194950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437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8808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flow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schedule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4008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4008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 min</a:t>
            </a:r>
            <a:endParaRPr lang="en-US" sz="2800" dirty="0"/>
          </a:p>
        </p:txBody>
      </p:sp>
      <p:sp>
        <p:nvSpPr>
          <p:cNvPr id="38" name="Text 32"/>
          <p:cNvSpPr/>
          <p:nvPr/>
        </p:nvSpPr>
        <p:spPr>
          <a:xfrm>
            <a:off x="228600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every morning, error-prone, one-person dependency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solidFill>
            <a:srgbClr val="E6F0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46320" y="3794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84632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min</a:t>
            </a:r>
            <a:endParaRPr lang="en-US" sz="2800" dirty="0"/>
          </a:p>
        </p:txBody>
      </p:sp>
      <p:sp>
        <p:nvSpPr>
          <p:cNvPr id="42" name="Text 36"/>
          <p:cNvSpPr/>
          <p:nvPr/>
        </p:nvSpPr>
        <p:spPr>
          <a:xfrm>
            <a:off x="6492240" y="4114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monitored, in version control, extensible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SHIPS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Concrete example: the daily exposure pack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migrations/daily_exposure_pack/flow.py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7863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prefect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flow, task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prefect.schedules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CronSchedule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.sql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fetch_exposure_last_bd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@task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(retries=2, retry_delay_seconds=120)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pd.DataFrame: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fetch_exposure_last_bd()  </a:t>
            </a:r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uses v_exposure_last_bd view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@flow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"daily-exposure-pack"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daily_exposure_pack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   = extract()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pivot = transform(df)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pdf   = render(pivot)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deliver(pdf)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daily_exposure_pack.serve(name=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schedule=CronSchedule(cron=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"30 7 * * 1-5"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tz=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"Europe/Paris"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ROLLOUT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and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910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63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leaving the bank's perimeter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34840" y="1463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6320" y="1463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tenancy; no prod data in ad-hoc chats; controlled access via MCP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26771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3682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240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confidently wrong on niche logic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34840" y="22402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22402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alongside every generated file; human sign-off for shared-scripts/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4F6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455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017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the expensive model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434840" y="3017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846320" y="30175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produces assets; cheaper models or manual runs consume them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92277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"Shadow IT" migrations bypassing controls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434840" y="3794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846320" y="37947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flows go through standard CI / review; no flow without a runbook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6576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CACIB  ·  Risk Analyst Productivity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86384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E6B4F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731520"/>
            <a:ext cx="2286000" cy="2286000"/>
          </a:xfrm>
          <a:prstGeom prst="ellipse">
            <a:avLst/>
          </a:prstGeom>
          <a:solidFill>
            <a:srgbClr val="C49A3A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parallel work-streams for Q1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standardisation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MCP SQL Dev in a controlled environment. Build sql/views/ with the ten most-requested risk patterns.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55448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archaeology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926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three most critical legacy workbooks. Produce LEGACY-NOTES.md for each. Understand before migrating.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9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155448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migration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794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one workbook end-to-end to Python + Prefect. Measure time saved. Use as the template for the next ten.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1097280" cy="0"/>
          </a:xfrm>
          <a:prstGeom prst="line">
            <a:avLst/>
          </a:prstGeom>
          <a:noFill/>
          <a:ln w="31750">
            <a:solidFill>
              <a:srgbClr val="C49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0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expensive model is paid once.  The pattern serves the team forever.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+ Claude Sonnet 4.6 for Risk Analysts at CACIB</dc:title>
  <dc:subject>PptxGenJS Presentation</dc:subject>
  <dc:creator>Risk Analytics</dc:creator>
  <cp:lastModifiedBy>Risk Analytics</cp:lastModifiedBy>
  <cp:revision>1</cp:revision>
  <dcterms:created xsi:type="dcterms:W3CDTF">2026-05-25T15:46:17Z</dcterms:created>
  <dcterms:modified xsi:type="dcterms:W3CDTF">2026-05-25T15:46:17Z</dcterms:modified>
</cp:coreProperties>
</file>